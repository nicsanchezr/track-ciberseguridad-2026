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Presentarse y presentar el track. Hoy: entender VM/Kali/terminal y empezar a usar la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Encuadre: programa modular y presencial. T1 es la base. Hoy arrancamos por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La charla es corta; el grueso es práctica. El Lab 01 se continúa la próxima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Muñeca rusa: equipo → VMware → Kali. Cada VM tiene hardware virtual propio. Aislamiento total del sistema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razones: aislamiento (seguridad), snapshots (red de seguridad), reproducible (nivelación). Pueden experimentar sin miedo.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 = distro Debian con todo preinstalado. Confirmamos versión con cat /etc/os-release. Credenciales kali/kali.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GUI para orientarse; el trabajo real en la terminal. Perder el miedo a escribir comandos.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el prompt: usuario@host:carpeta$. ~ = /home/kali. Con el $ ya pueden escribir.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de archivos es un árbol que nace en /. ~ es /home/kali. Absoluta empieza en /; relativa desde donde estás. . .. ~ son atajos.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Reparte los comandos en 4 grupos. No memorizar: se aprenden usándolos en el Lab 01. Ojo con rm (no hay papelera).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Atajos que ahorran tiempo (Tab e historial sobre todo) y conceptos clave: root/sudo, permisos rwx, apt. Se practican en el Lab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transición al Lab 00. Tarea W3Schools (Intro + Commands). Recordar el marco ético.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51560"/>
            <a:ext cx="9601200" cy="4572000"/>
          </a:xfrm>
          <a:prstGeom prst="roundRect">
            <a:avLst>
              <a:gd name="adj" fmla="val 18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07592" y="1078992"/>
            <a:ext cx="95463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4" name="Shape 2"/>
          <p:cNvSpPr/>
          <p:nvPr/>
        </p:nvSpPr>
        <p:spPr>
          <a:xfrm>
            <a:off x="1307592" y="1463040"/>
            <a:ext cx="95463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19786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6" name="Shape 4"/>
          <p:cNvSpPr/>
          <p:nvPr/>
        </p:nvSpPr>
        <p:spPr>
          <a:xfrm>
            <a:off x="1719072" y="119786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7" name="Shape 5"/>
          <p:cNvSpPr/>
          <p:nvPr/>
        </p:nvSpPr>
        <p:spPr>
          <a:xfrm>
            <a:off x="1956816" y="119786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77440" y="108813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bienvenida@citt-varas: ~/track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66420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root@citt-varas:~$ </a:t>
            </a:r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./bienvenida.sh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167128"/>
            <a:ext cx="8869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Bienvenidos al Track 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950208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1 · Fundamentos de Linux y Laboratorio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 · CITT Duoc UC — Sede Antonio Varas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86460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mission_loaded</a:t>
            </a:r>
            <a:pPr indent="0" marL="0">
              <a:buNone/>
            </a:pPr>
            <a:r>
              <a:rPr lang="en-US" sz="13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en 30 segundos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CONTEXTO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3108960"/>
          </a:xfrm>
          <a:prstGeom prst="roundRect">
            <a:avLst>
              <a:gd name="adj" fmla="val 264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2763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1168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4650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4650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4650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367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~/track/info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67128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talleres modulares · presencial · CITT Varas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1 es la BASE: Linux + tu laboratorio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haciendo: poca teoría, mucha terminal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138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86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50292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5138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5486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50292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5138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50292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06840" y="5138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5486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ofensiva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haremos hoy?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AGENDA_SESION_01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rgbClr val="0B7D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0" y="173736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84708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breve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2677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Conceptos: VM, Kali, la terminal y sus bases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868680" cy="868680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0" y="315468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32644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00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68503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tu Kali en VMware, ubicarte y snapshot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868680" cy="868680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617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011680" y="457200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6000" y="46817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510235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 en la terminal (navegar, leer, crear)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máquina virtual (VM)?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CONCEPTO_01 · VIRTUALIZACION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computador dentro de tu computador.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hypervisor (VMware) la ejecuta en una ventana.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su propio disco, RAM y red virtuales.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aislada: no toca tu sistema real.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patrón host → hypervisor → guest.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1783080"/>
            <a:ext cx="4572000" cy="3977640"/>
          </a:xfrm>
          <a:prstGeom prst="roundRect">
            <a:avLst>
              <a:gd name="adj" fmla="val 1379"/>
            </a:avLst>
          </a:prstGeom>
          <a:solidFill>
            <a:srgbClr val="F4F7FA"/>
          </a:solidFill>
          <a:ln w="19050">
            <a:solidFill>
              <a:srgbClr val="B9C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· Tu equipo (Windows / macOS)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60920" y="2331720"/>
            <a:ext cx="3977640" cy="3246120"/>
          </a:xfrm>
          <a:prstGeom prst="roundRect">
            <a:avLst>
              <a:gd name="adj" fmla="val 1690"/>
            </a:avLst>
          </a:prstGeom>
          <a:solidFill>
            <a:srgbClr val="E9F0F7"/>
          </a:solidFill>
          <a:ln w="19050">
            <a:solidFill>
              <a:srgbClr val="0A6E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0" y="24231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hypervisor · VMware Workstation Pro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926080"/>
            <a:ext cx="3337560" cy="2468880"/>
          </a:xfrm>
          <a:prstGeom prst="roundRect">
            <a:avLst>
              <a:gd name="adj" fmla="val 2222"/>
            </a:avLst>
          </a:prstGeom>
          <a:solidFill>
            <a:srgbClr val="E7F3EE"/>
          </a:solidFill>
          <a:ln w="19050">
            <a:solidFill>
              <a:srgbClr val="0B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 · Kali Linux (VM)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52044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🐉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practicamos en una VM?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CONCEPTO_01b · POR_QUE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pasa en Kali se queda en Kali. No afecta tu equipo ni tus archivos.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0B7D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Guardas un “estado limpio” y vuelves a él en segundos si algo se rompe.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48840"/>
            <a:ext cx="640080" cy="640080"/>
          </a:xfrm>
          <a:prstGeom prst="ellipse">
            <a:avLst/>
          </a:prstGeom>
          <a:solidFill>
            <a:srgbClr val="B55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usan la misma VM: partimos parejos y es fácil repetir un ejercicio.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Kali Linux?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CONCEPTO_02 · LA_DISTRO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Linux (basada en Debian) para seguridad.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cientos de herramientas ya instaladas.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la versión 2026.2 que les entregamos.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Usuario: kali   ·   Contraseña: kali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4937760" cy="3291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2552" y="1719072"/>
            <a:ext cx="488289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702552" y="2103120"/>
            <a:ext cx="488289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76288" y="183794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9" name="Shape 7"/>
          <p:cNvSpPr/>
          <p:nvPr/>
        </p:nvSpPr>
        <p:spPr>
          <a:xfrm>
            <a:off x="7114032" y="183794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10" name="Shape 8"/>
          <p:cNvSpPr/>
          <p:nvPr/>
        </p:nvSpPr>
        <p:spPr>
          <a:xfrm>
            <a:off x="7351776" y="183794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7282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kali@kali: ~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58568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kali@kali:~$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/etc/os-release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NAME="Kali GNU/Linux"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VERSION="2026.2"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kali@kali:~$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te ubica; la terminal te hace trabajar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ENFOQUE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(GUI)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ubicarte: ventanas, menús, íconos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terminal, el navegador, archivos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usamos poco… solo para orientarnos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ocurre el trabajo del track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comandos, ves resultados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rápida y precisa que el mouse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prompt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TERMINAL_101 · EL_PROMPT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691640"/>
          </a:xfrm>
          <a:prstGeom prst="roundRect">
            <a:avLst>
              <a:gd name="adj" fmla="val 4865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7335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5740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9222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9222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9222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82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leer_el_prompt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042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</a:t>
            </a:r>
            <a:pPr indent="0" marL="0">
              <a:buNone/>
            </a:pPr>
            <a:r>
              <a:rPr lang="en-US" sz="3800" b="1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indent="0" marL="0">
              <a:buNone/>
            </a:pPr>
            <a:r>
              <a:rPr lang="en-US" sz="3800" b="1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</a:t>
            </a:r>
            <a:pPr indent="0" marL="0">
              <a:buNone/>
            </a:pPr>
            <a:r>
              <a:rPr lang="en-US" sz="3800" b="1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38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03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7033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usuario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251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3251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(host)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469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94690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actual (= /home/kali)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686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55686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escribir tu comando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de directorios de Linux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SISTEMA_DE_ARCHIVOS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309360" cy="41148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73352"/>
            <a:ext cx="625449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57400"/>
            <a:ext cx="625449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9222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9222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9222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824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tree /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12848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home/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kali/    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 carpeta (~)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etc/        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configuración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var/log/    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registros (logs)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root/       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 superusuario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usr/bin/    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programas/comandos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tmp/        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1645920"/>
            <a:ext cx="4343400" cy="4114800"/>
          </a:xfrm>
          <a:prstGeom prst="roundRect">
            <a:avLst>
              <a:gd name="adj" fmla="val 177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las rutas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28600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cuelga de la raíz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55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B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tu carpeta (/home/kali)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absoluta: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/etc/passwd (empieza en /)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relativa: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donde estás parado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aquí 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subir  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casa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comandos más usados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COMANDOS_BASE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1284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  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estoy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  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(ls -la: todo)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  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moverme de carpeta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57800" cy="2103120"/>
          </a:xfrm>
          <a:prstGeom prst="roundRect">
            <a:avLst>
              <a:gd name="adj" fmla="val 304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65392" y="17922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archivos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212848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 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todo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por páginas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head/tail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/ final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0782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gestionar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49884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carpeta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archivo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/ mv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/ mover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  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(¡sin papelera!)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93192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40782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4498848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nombre de archivo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texto dentro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 --help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rápida</a:t>
            </a:r>
            <a:endParaRPr lang="en-US" sz="1300" dirty="0"/>
          </a:p>
          <a:p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comando  </a:t>
            </a:r>
            <a:pPr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y conceptos que verás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TIPS_Y_BASES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de la terminal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autocompleta nombres</a:t>
            </a:r>
            <a:endParaRPr lang="en-US" sz="15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/ ↓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historial de comandos</a:t>
            </a:r>
            <a:endParaRPr lang="en-US" sz="15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Ctrl+C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cancela el comando actual</a:t>
            </a:r>
            <a:endParaRPr lang="en-US" sz="15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limpia la pantalla</a:t>
            </a:r>
            <a:endParaRPr lang="en-US" sz="15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/ --help</a:t>
            </a:r>
            <a:pPr indent="0" marL="0">
              <a:spcAft>
                <a:spcPts val="1100"/>
              </a:spcAft>
              <a:buNone/>
            </a:pPr>
            <a:r>
              <a:rPr lang="en-US" sz="15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ayuda de cualquier comando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/ superusuario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 administrador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ejecutar algo como root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</a:t>
            </a:r>
            <a:pPr indent="0" marL="0"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leer/escribir/ejecutar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· grupo · otros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paquete / apt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instalar programas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la terminal!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DEPLOY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301752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7335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5740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9222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9222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9222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82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~/track/lab00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12848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Lab 00 → abrir tu Kali en VMware.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Lab 01 → tus primeros comandos.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en casa (W3Schools · Bash):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Commands → w3schools.com/bash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Marco: entorno controlado, con fines de formación.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insert_coin_to_continue</a:t>
            </a:r>
            <a:pPr algn="ctr" indent="0" marL="0">
              <a:buNone/>
            </a:pPr>
            <a:r>
              <a:rPr lang="en-US" sz="16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2026-09-07T23:45:11Z</dcterms:created>
  <dcterms:modified xsi:type="dcterms:W3CDTF">2026-09-07T23:45:11Z</dcterms:modified>
</cp:coreProperties>
</file>