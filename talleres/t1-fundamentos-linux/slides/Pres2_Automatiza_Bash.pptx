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2. Recap breve de la 1, y hoy: convertir comandos en scripts y controlar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rápido. Hoy damos el salto: en vez de escribir comandos uno por uno, los guardamos en un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Dos labs prácticos. Ajusta tiempos según el ritmo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script = comandos guardados en un archivo. Se ejecutan de arriba a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pasos: escribir, shebang, chmod +x, ./ejecutar. Es el patrón de todo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guardan datos. Ojo: sin espacios en el =. Se usan con $. read pide datos al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para decisiones, for para repetir. En el Lab 03 los usan en un mini-proyecto.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Permisos numéricos: r=4, w=2, x=1, se suman. 755 típico para scripts, 644 para archivos, 600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Procesos: ps/top/kill. Paquetes: apt update/search/install (con sudo). Kali ya trae casi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transición al Lab 03. Tarea W3Schools: Variables, If/Else, For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51560"/>
            <a:ext cx="9601200" cy="4572000"/>
          </a:xfrm>
          <a:prstGeom prst="roundRect">
            <a:avLst>
              <a:gd name="adj" fmla="val 18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" y="1078992"/>
            <a:ext cx="95463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4" name="Shape 2"/>
          <p:cNvSpPr/>
          <p:nvPr/>
        </p:nvSpPr>
        <p:spPr>
          <a:xfrm>
            <a:off x="1307592" y="1463040"/>
            <a:ext cx="95463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119786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19786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956816" y="119786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10881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sesion2@citt-varas: ~/track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66420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./sesion2.sh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167128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con Bash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447288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1 · Fundamentos de Linux y Laboratorio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2 · CITT Duoc UC — Sede Antonio Varas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453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comando al script</a:t>
            </a:r>
            <a:pPr indent="0" marL="0">
              <a:buNone/>
            </a:pPr>
            <a:r>
              <a:rPr lang="en-US" sz="13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sabes (Sesión 1)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3200400"/>
          </a:xfrm>
          <a:prstGeom prst="roundRect">
            <a:avLst>
              <a:gd name="adj" fmla="val 257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1168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4650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4650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4650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~/track/recap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y abrir Kali en VMware, con snapshot.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Moverte por el sistema de archivos (pwd, ls, cd) y leer archivos (cat, less).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gestionar archivos, permisos, y buscar con find y grep.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comandos con tuberías | y redirecciones &gt;.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haremos hoy?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AGENDA_SESION_02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0B7D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84708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breve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67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comando al script, y control del sistema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0" y="315468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32644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6850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en Bash: tu primer script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868680" cy="868680"/>
          </a:xfrm>
          <a:prstGeom prst="ellipse">
            <a:avLst/>
          </a:prstGeom>
          <a:solidFill>
            <a:srgbClr val="0A6E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17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011680" y="457200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46817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51023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Permisos, procesos y paquetes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comando al script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CONCEPTO · SCRIPT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es un archivo de texto con comandos que se ejecutan en orden.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escribir 10 comandos a mano, los guardas una vez y los repites cuando quieras.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errores, más rápido, y puedes compartirlo.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de automatizar tareas de seguridad.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75120" y="214884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2176272"/>
            <a:ext cx="488289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8" name="Shape 6"/>
          <p:cNvSpPr/>
          <p:nvPr/>
        </p:nvSpPr>
        <p:spPr>
          <a:xfrm>
            <a:off x="6702552" y="2560320"/>
            <a:ext cx="488289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76288" y="229514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032" y="229514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1" name="Shape 9"/>
          <p:cNvSpPr/>
          <p:nvPr/>
        </p:nvSpPr>
        <p:spPr>
          <a:xfrm>
            <a:off x="7351776" y="229514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21854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mi_script.sh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715768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track!"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ejecutar un script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SCRIPT_101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27432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1168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4650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4650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4650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pasos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hola.sh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1) escribes el script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2) primera línea: el 'shebang'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hola.sh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3) lo haces ejecutable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./hola.sh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4) lo ejecutas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buNone/>
            </a:pPr>
            <a:r>
              <a:rPr lang="en-US" sz="1600" b="1" dirty="0">
                <a:solidFill>
                  <a:srgbClr val="B55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shebang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(#!/bin/bash) le dice al sistema con qué interpretar el archivo. </a:t>
            </a:r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permiso de ejecución. </a:t>
            </a:r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ejecuta el script de la carpeta actual.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y entrada del usuario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301752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2763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1168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4650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4650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4650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variables.sh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67128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nombre=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"Track"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crear variable (sin espacios)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 $nombre"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usar variable con $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-p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 curso: "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pedir dato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"Bienvenido de $curso"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Crear: 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nombre=valor</a:t>
            </a:r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Usar: 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$nombre</a:t>
            </a:r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Pedir: </a:t>
            </a:r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y repetir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· FOR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764792"/>
            <a:ext cx="54315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148840"/>
            <a:ext cx="54315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8366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88366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88366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773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if.sh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04288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"$edad"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-ge 18 ]; then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"mayor"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"menor"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hace algo según se cumpla o 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764792"/>
            <a:ext cx="5202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6792" y="2148840"/>
            <a:ext cx="5202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188366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188366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86016" y="188366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06640" y="17739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for.sh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304288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 2 3; do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"vuelta $i"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repite para cada elemento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50749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Bucle: repite una acción varias veces.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Permisos, en números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PERMISOS · CHMOD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=4  </a:t>
            </a:r>
            <a:pPr indent="0" marL="0">
              <a:buNone/>
            </a:pPr>
            <a:r>
              <a:rPr lang="en-US" sz="1800" b="1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=2  </a:t>
            </a:r>
            <a:pPr indent="0" marL="0">
              <a:buNone/>
            </a:pPr>
            <a:r>
              <a:rPr lang="en-US" sz="18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8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   →  se suman por cada grupo (dueño · grupo · otros)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40487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78892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52374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252374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252374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7360" y="2414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chmod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44368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script.sh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rwx r-x r-x  (ejecutable para todos)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644 notas.txt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rw- r-- r--  (archivo normal)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600 secreto.txt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rw- --- ---  (solo el dueño)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= 4+2+1 (rwx) · 6 = 4+2 (rw-) · 5 = 4+1 (r-x). Recuerda leer ls -l por bloques de tres.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paquetes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SISTEMA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  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procesos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     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 (q sale)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PID 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un proceso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5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(apt)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update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refresca la lista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search x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programa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install x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(con sudo)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la terminal!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DEPLOY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301752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10917936" cy="384048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057400"/>
            <a:ext cx="10917936" cy="0"/>
          </a:xfrm>
          <a:prstGeom prst="line">
            <a:avLst/>
          </a:prstGeom>
          <a:noFill/>
          <a:ln w="12700">
            <a:solidFill>
              <a:srgbClr val="B9C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92224"/>
            <a:ext cx="137160" cy="1371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792224"/>
            <a:ext cx="137160" cy="137160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1792224"/>
            <a:ext cx="137160" cy="137160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82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~/track/lab03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2848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sí: Lab 03 → tu primer script en Bash.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Lab 04 → permisos, procesos y paquetes.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en casa (W3Schools · Bash):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If...Else, For Loop → w3schools.com/bash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entorno controlado, con fines de formación.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run_it</a:t>
            </a:r>
            <a:pPr algn="ctr"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2026-09-13T14:01:03Z</dcterms:created>
  <dcterms:modified xsi:type="dcterms:W3CDTF">2026-09-13T14:01:03Z</dcterms:modified>
</cp:coreProperties>
</file>