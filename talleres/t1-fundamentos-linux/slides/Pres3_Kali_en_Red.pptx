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sesión del T1. Hoy: ver la red desde la terminal y procesar logs. Con esto quedan listos para el T2.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del T1 completo. Hoy cerramos con red y análisis de texto, que es justo lo que usarán en el T2.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 cierre. Trabajamos sobre el Kali que cada uno ya tiene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IP, interfaz, gateway, DNS. Destacar lo/localhost: practicamos sobre la propia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a / ip route, ping y curl, ss -tuln para puertos locales, host/dig para DNS. Se practican en el Lab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 ético y legal. Hoy solo localhost. En T2 se hace recon real sobre laboratorio autorizado.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filtra, cut recorta columnas, sort|uniq -c cuenta, awk filtra por condición. Es el Lab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T1 y enganche con T2. Recordar que T2 requiere T1 o equivalente.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taller. Agradecer, recordar que el material queda en el portal, y anunciar el T2.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51560"/>
            <a:ext cx="9601200" cy="4572000"/>
          </a:xfrm>
          <a:prstGeom prst="roundRect">
            <a:avLst>
              <a:gd name="adj" fmla="val 18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" y="1078992"/>
            <a:ext cx="95463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4" name="Shape 2"/>
          <p:cNvSpPr/>
          <p:nvPr/>
        </p:nvSpPr>
        <p:spPr>
          <a:xfrm>
            <a:off x="1307592" y="1463040"/>
            <a:ext cx="95463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19786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19786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956816" y="119786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10881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sesion3@citt-varas: ~/track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66420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./sesion3.sh --final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167128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Kali en red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447288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1 · Fundamentos de Linux y Laboratorio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3 (cierre) · CITT Duoc UC — Sede Antonio Varas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453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T1 · puente al T2</a:t>
            </a:r>
            <a:pPr indent="0" marL="0">
              <a:buNone/>
            </a:pPr>
            <a:r>
              <a:rPr lang="en-US" sz="13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manejas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RECAP T1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1168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4650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4650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4650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~/track/recap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10241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Kali funcionando y la terminal como herramienta de trabajo.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Navegar, leer, crear y buscar (find, grep, tuberías, redirecciones).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en Bash: variables, read, if, for.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(chmod), procesos (ps, kill) y paquetes (apt).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haremos hoy?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AGENDA_SESION_03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0B7D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8470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breve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67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máquina en la red y cómo leer logs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0" y="315468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32644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6850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servicios desde la terminal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17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011680" y="457200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46817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51023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analizar un log y automatizar el reporte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tu máquina en la red?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RED_101 · IDENTIDAD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IP: el “número” de tu máquina en la red.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Interfaz: por dónde te conectas (eth0, wlan0, lo).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la puerta de salida hacia internet.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traduce nombres (kali.org) a direcciones IP.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3200400"/>
          </a:xfrm>
          <a:prstGeom prst="roundRect">
            <a:avLst>
              <a:gd name="adj" fmla="val 257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2552" y="1719072"/>
            <a:ext cx="488289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702552" y="2103120"/>
            <a:ext cx="488289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6288" y="183794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2" y="183794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0" name="Shape 8"/>
          <p:cNvSpPr/>
          <p:nvPr/>
        </p:nvSpPr>
        <p:spPr>
          <a:xfrm>
            <a:off x="7351776" y="183794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728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 ~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58568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kali@kali:~$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lo    127.0.0.1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eth0  192.168.x.x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kali@kali:~$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(127.0.0.1) es tu propia máquina: “localhost”. Es donde practicaremos hoy.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comandos de red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HERRAMIENTAS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tu red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1284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   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IPs e interfaces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gateway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92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conexión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212848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  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¿llego a ese host?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un servidor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078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abiertos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9884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-tuln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escucha en tu equipo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(t=tcp u=udp l=listen n=números)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93192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4078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(DNS)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49884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  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→ IP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    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DNS detallada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track: solo lo tuyo o lo autorizado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ETICA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DF0DE"/>
          </a:solidFill>
          <a:ln w="12700">
            <a:solidFill>
              <a:srgbClr val="B55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sondeamos únicamente tu propia máquina (localhost) y sitios públicos pensados para pruebas.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equipos o redes ajenas sin autorización es ilegal en Chile.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track siempre trabajamos en entornos controlados y autorizados.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T2 tendrás un laboratorio propio para hacerlo de verdad, con permiso.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logs: encontrar la aguja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TEXTO · LOGS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 es un archivo de texto donde el sistema anota lo que pasa. Saber filtrarlo es media ciberseguridad.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2651760"/>
          </a:xfrm>
          <a:prstGeom prst="roundRect">
            <a:avLst>
              <a:gd name="adj" fmla="val 310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26771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65176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38658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238658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238658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736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analizar.log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807208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"401"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acceso.log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filtra las líneas con error 401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-d' ' -f3 acceso.log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toma solo la 3ª columna (la IP)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| uniq -c | sort -rn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agrupa y ordena por frecuencia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 '$6 &gt;= 400 {print $3}' acceso.log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filtra por condición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grep | cut | sort | uniq responde: ¿quién falló más veces? ¿desde qué IP?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vamos: Taller 2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PUENTE_T2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llevas del T1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y terminal con soltura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para automatizar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Permisos, procesos y red básica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filtrar logs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el T2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redes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y enumeración de servicios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vulnerabilidades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laboratorio autorizado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la terminal, por última vez en el T1!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DEPLOY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301752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5740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9222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9222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9222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82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~/track/lab05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2848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 → tu máquina en la red (ip, ping, ss, curl).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 → cierre: analizar un log y automatizar el reporte.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trabajan sobre el Kali que ya tienes instalado.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en casa: w3schools.com/bash y w3schools.com/cybersecurity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entorno controlado, con fines de formación.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t1_completado</a:t>
            </a:r>
            <a:pPr algn="ctr"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2026-09-21T01:09:25Z</dcterms:created>
  <dcterms:modified xsi:type="dcterms:W3CDTF">2026-09-21T01:09:25Z</dcterms:modified>
</cp:coreProperties>
</file>