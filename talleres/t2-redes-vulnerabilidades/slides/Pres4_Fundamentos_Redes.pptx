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breve. Preguntar quién alcanzó a montar su Kali desde el T1 y con qué se quedó dando vueltas.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Situar la sesión de hoy (S1) dentro de las tres. Preguntar qué esperan llevarse del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regla no negociable del track. Pedir ejemplos de qué sería 'red ajena' (el wifi del campus, el del vecino). Repetir: hoy solo tu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del envío postal: dirección (IP), casilla (puerto), idioma de la carta (aplicación). Preguntar en qué capa creen que trabaja nmap. No memorizar, entender para qué sirve cada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qué puerto esperarían abierto en un servidor web. Conectar con el nc -zv del Lab07. Mencionar /etc/services como el 'diccionario'.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qué aislado: seguridad y repetibilidad. Wazuh SOLO como demo al cierre (el despliegue a fondo es el T3, Blue Team). Preguntar quién no tiene las 4 VMs: se puede trabajar en parejas.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Demostrar en vivo si hay proyector con Kali. Pedir que comparen su salida de ip a con la del vecino: ¿misma red? Aquí nace la conversación sobre el segmento.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filtro de captura vs. de visualización con una pregunta. Si da el tiempo, un Follow TCP Stream en vivo. Esto es el Lab 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las guías. Hacemos, nos detenemos en cada checkpoint a comentar, seguimos. Pasar por los puestos.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conversando: qué se llevan, qué les costó. La plataforma y la ruta CTF son opcionales, fuera del taller. Dejar la pregunta abierta para la próxima.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68680"/>
            <a:ext cx="10332720" cy="4754880"/>
          </a:xfrm>
          <a:prstGeom prst="roundRect">
            <a:avLst>
              <a:gd name="adj" fmla="val 1154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68680"/>
            <a:ext cx="103327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60704"/>
            <a:ext cx="103327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99669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6" name="Shape 4"/>
          <p:cNvSpPr/>
          <p:nvPr/>
        </p:nvSpPr>
        <p:spPr>
          <a:xfrm>
            <a:off x="1316736" y="99669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7" name="Shape 5"/>
          <p:cNvSpPr/>
          <p:nvPr/>
        </p:nvSpPr>
        <p:spPr>
          <a:xfrm>
            <a:off x="1517904" y="99669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89611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sesion1@citt-varas: ~/track/t2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root@citt-varas:~$ </a:t>
            </a:r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./sesion1.sh --start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Redes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Fundamentos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234440" y="3886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2 · Sesión 1 · Reconocimiento de Redes y Detección de Vulnerabilidades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 Duoc UC — Sede Antonio Varas · Taller complementario del Track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mission_loaded_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Taller 2 en 30 segundos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2651760"/>
          </a:xfrm>
          <a:prstGeom prst="roundRect">
            <a:avLst>
              <a:gd name="adj" fmla="val 2069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~/track/t2/info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una red y detectar vulnerabilidades, siempre en entorno autorizado.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Partimos de lo que ya sabes del T1: terminal, red básica y análisis de logs.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haciendo: poca teoría, mucha práctica en tu propio laboratorio.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44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D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43434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4544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9768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reconocimiento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43434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544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3816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vulnerabilidades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Primero: el marco ético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206240"/>
          </a:xfrm>
          <a:prstGeom prst="roundRect">
            <a:avLst>
              <a:gd name="adj" fmla="val 1304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 ~/reglas --strict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10332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Entorno controlado, autorizado y con fines de formación.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recon real va SOLO contra tu propio laboratorio (tus VMs aisladas).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[!!]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Escanear equipos o redes ajenas sin autorización expresa es ilegal.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[!!]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Metasploitable2 es vulnerable a propósito: nunca con salida a la red real.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TCP/IP en 4 capas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NET_MODEL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1069848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128016" cy="914400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18488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023360" y="1618488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· DNS · SSH · FTP — lo que usa la persona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1069848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87752"/>
            <a:ext cx="128016" cy="914400"/>
          </a:xfrm>
          <a:prstGeom prst="rect">
            <a:avLst/>
          </a:prstGeom>
          <a:solidFill>
            <a:srgbClr val="0B7D4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97480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023360" y="2697480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y UDP · aquí viven los PUERTOS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66744"/>
            <a:ext cx="1069848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666744"/>
            <a:ext cx="128016" cy="914400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776472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023360" y="3776472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Direcciones IP · el gateway · enrutamiento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745736"/>
            <a:ext cx="1069848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745736"/>
            <a:ext cx="128016" cy="914400"/>
          </a:xfrm>
          <a:prstGeom prst="rect">
            <a:avLst/>
          </a:prstGeom>
          <a:solidFill>
            <a:srgbClr val="5B6B7B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855464"/>
            <a:ext cx="2926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red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023360" y="4855464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· Ethernet — el medio y la red local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y servicios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PORTS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~/puertos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puerto (0–65535) identifica un servicio dentro de una máquina.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IP te lleva al equipo; el puerto, al servicio correcto dentro de él.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abre conexión (saludo de 3 vías); UDP envía sin ese saludo.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566160" cy="1554480"/>
          </a:xfrm>
          <a:prstGeom prst="roundRect">
            <a:avLst>
              <a:gd name="adj" fmla="val 294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3566160" cy="109728"/>
          </a:xfrm>
          <a:prstGeom prst="rect">
            <a:avLst/>
          </a:prstGeom>
          <a:solidFill>
            <a:srgbClr val="0B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0–1023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SSH · 80 HTTP · 443 HTTPS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931920"/>
            <a:ext cx="3566160" cy="1554480"/>
          </a:xfrm>
          <a:prstGeom prst="roundRect">
            <a:avLst>
              <a:gd name="adj" fmla="val 294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3931920"/>
            <a:ext cx="3566160" cy="109728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1024–49151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48056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3306 MySQL · 8080 HTTP-alt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3931920"/>
            <a:ext cx="3566160" cy="1554480"/>
          </a:xfrm>
          <a:prstGeom prst="roundRect">
            <a:avLst>
              <a:gd name="adj" fmla="val 2941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3931920"/>
            <a:ext cx="3566160" cy="109728"/>
          </a:xfrm>
          <a:prstGeom prst="rect">
            <a:avLst/>
          </a:prstGeom>
          <a:solidFill>
            <a:srgbClr val="5B6B7B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49152–65535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2104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Dinámicos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2104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temporales del cliente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laboratorio aislado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LAB_TOPOLOGY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en un mismo LAN Segment (host-only), sin salida a la red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97480" cy="128016"/>
          </a:xfrm>
          <a:prstGeom prst="rect">
            <a:avLst/>
          </a:prstGeom>
          <a:solidFill>
            <a:srgbClr val="0B7D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48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de reconocimiento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0B7D4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29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atacante autorizado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828800"/>
            <a:ext cx="2697480" cy="128016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148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Víctima Linux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94760" y="3429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0A6E78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3429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muchos servicios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828800"/>
            <a:ext cx="2697480" cy="128016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148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7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Víctima Windows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75120" y="3429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0A6E78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429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segundo fingerprint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98280" y="182880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1828800"/>
            <a:ext cx="2697480" cy="128016"/>
          </a:xfrm>
          <a:prstGeom prst="rect">
            <a:avLst/>
          </a:prstGeom>
          <a:solidFill>
            <a:srgbClr val="B5530F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2148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35440" y="2697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defensor (SIEM)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55480" y="3429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B5530F"/>
          </a:solidFill>
          <a:ln/>
        </p:spPr>
      </p:sp>
      <p:sp>
        <p:nvSpPr>
          <p:cNvPr id="28" name="Text 26"/>
          <p:cNvSpPr/>
          <p:nvPr/>
        </p:nvSpPr>
        <p:spPr>
          <a:xfrm>
            <a:off x="9555480" y="3429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demo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D9EDE9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3434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 Segment 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segmento privado y aislado: las VMs se ven entre sí, pero no salen a internet ni a la red del campus.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 a mí mismo en la 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SELF_RECON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mirar afuera, mira adentro. Un bloque, una sola caja: selecciónalo y cópialo.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2651760"/>
          </a:xfrm>
          <a:prstGeom prst="rect">
            <a:avLst/>
          </a:prstGeom>
          <a:solidFill>
            <a:srgbClr val="F2F3F5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47088"/>
            <a:ext cx="10917936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tus interfaces y direcciones IP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    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tu gateway (puerta de salida del segmento)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-tulnp    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puertos TCP/UDP en escucha en tu equipo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 4 &lt;IP_objetivo&gt;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comprobar alcance con tu VM autorizada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Esto es lo que harás en el Lab 07, paso a paso.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y leer el tráfico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SNIFF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Wireshark: capturas en la interfaz de tu laboratorio y lees las capas de cada paquete.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visualización para quedarte solo con lo relevante.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 hace lo mismo desde la terminal: se enlaza con tus tuberías del T1.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11247120" cy="1920240"/>
          </a:xfrm>
          <a:prstGeom prst="rect">
            <a:avLst/>
          </a:prstGeom>
          <a:solidFill>
            <a:srgbClr val="F2F3F5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218688"/>
            <a:ext cx="10917936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ip.addr == &lt;IP_objetivo&gt;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Wireshark: solo tráfico con ese host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80 / http / dns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filtros por servicio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tshark -i eth0 -c 20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terminal: capturar 20 paquetes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LABS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301752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577840" cy="146304"/>
          </a:xfrm>
          <a:prstGeom prst="rect">
            <a:avLst/>
          </a:prstGeom>
          <a:solidFill>
            <a:srgbClr val="0B7D4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07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TCP/IP y puertos en la práctica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el lab aislado, identificar tu red, puertos y primer sondeo al objetivo.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577840" cy="301752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5577840" cy="146304"/>
          </a:xfrm>
          <a:prstGeom prst="rect">
            <a:avLst/>
          </a:prstGeom>
          <a:solidFill>
            <a:srgbClr val="0A6E78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08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tráfico con Wireshark y tshark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32918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en el segmento, filtrar y reconstruir una conversación completa.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quien baja las guías del repo del track con git clone, o las genera él mismo.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WRAP_UP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384048"/>
          </a:xfrm>
          <a:prstGeom prst="roundRect">
            <a:avLst>
              <a:gd name="adj" fmla="val 14286"/>
            </a:avLst>
          </a:prstGeom>
          <a:solidFill>
            <a:srgbClr val="E3EAF2"/>
          </a:solidFill>
          <a:ln w="12700">
            <a:solidFill>
              <a:srgbClr val="B9C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63624"/>
            <a:ext cx="1124712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9616"/>
            <a:ext cx="128016" cy="128016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E2B33C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499616"/>
            <a:ext cx="128016" cy="128016"/>
          </a:xfrm>
          <a:prstGeom prst="ellipse">
            <a:avLst/>
          </a:prstGeom>
          <a:solidFill>
            <a:srgbClr val="3FA45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9903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root@citt-varas: ~/cierre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10332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[plataforma]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TryHackMe — sala sencilla de intro a redes y nmap (20–30 min, con guía).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A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[ruta CTF] 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 semana: categorías Forense y OSINT, que conectan con lo de hoy.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55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[próxima]  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— Reconocimiento y escaneo: descubrir hosts, puertos y fingerprinting.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600" b="1" dirty="0">
                <a:solidFill>
                  <a:srgbClr val="0B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dudas_que_quedaron_dando_vueltas?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Ciberseguridad · CITT Varas · cybervaras.xyz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2026-10-03T00:15:43Z</dcterms:created>
  <dcterms:modified xsi:type="dcterms:W3CDTF">2026-10-03T00:15:43Z</dcterms:modified>
</cp:coreProperties>
</file>