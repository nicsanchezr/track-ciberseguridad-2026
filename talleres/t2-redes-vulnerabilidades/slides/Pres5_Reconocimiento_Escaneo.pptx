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Retomamos tras la semana de lluvia. Preguntar quién pudo montar su Metasploitable2 y su Windows 7, y quién probó la sala de TryHackMe con la guía.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Situar la S2. Recordar la regla: escaneo activo solo contra el laboratorio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el puente desde lo conocido (netcat) a la herramienta nueva (nmap). Preguntar qué esperan encontrar en Metasploitable2 vs Windows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Reforzar: el escaneo no es invisible. Eso enlaza con la demo de Wazuh del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el barrido en vivo si hay proyector. Preguntar cómo saben cuál IP es cada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el número de puertos entre Metasploitable2 y Windows 7. El Windows mostrará SMB/NetBIOS.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Enfatizar: una versión concreta permite buscar si hay vulnerabilidades conocidas. Eso es el puente a la próxima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pasivo (no toca el objetivo) vs activo (nmap). El OSINT es el primer paso real de un recon profesional.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corta del profe, no es lab. La idea es que vean que el reconocimiento deja huella y que hay un lado defensor. El Wazuh a fondo queda para el T3.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las guías. Hacemos, nos detenemos en cada checkpoint a comentar, seguimos. Pasar por los puestos.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conversando: qué objetivo fue más interesante, qué versión llamó la atención. HTB y la ruta CTF son opcionales, fuera del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68680"/>
            <a:ext cx="10332720" cy="4754880"/>
          </a:xfrm>
          <a:prstGeom prst="roundRect">
            <a:avLst>
              <a:gd name="adj" fmla="val 1154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68680"/>
            <a:ext cx="103327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60704"/>
            <a:ext cx="103327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99669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6" name="Shape 4"/>
          <p:cNvSpPr/>
          <p:nvPr/>
        </p:nvSpPr>
        <p:spPr>
          <a:xfrm>
            <a:off x="1316736" y="99669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7" name="Shape 5"/>
          <p:cNvSpPr/>
          <p:nvPr/>
        </p:nvSpPr>
        <p:spPr>
          <a:xfrm>
            <a:off x="1517904" y="99669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89611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sesion2@citt-varas: ~/track/t2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root@citt-varas:~$ </a:t>
            </a:r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./sesion2.sh --scan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Escaneo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234440" y="3886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2 · Sesión 2 · Reconocimiento de Redes y Detección de Vulnerabilidades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 Duoc UC — Sede Antonio Varas · Taller complementario del Track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mapping_network_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265176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~/track/t2/info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1: fundamentos de redes, puertos y lectura de tráfico. ✓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pasamos de ver tu propia red a mapear toda la red del laboratorio.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escaneo activo va contra tus propias VMs, en el segmento aislado.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9768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D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reconocimiento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3816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vulnerabilidades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verme a mapear la 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206240"/>
          </a:xfrm>
          <a:prstGeom prst="roundRect">
            <a:avLst>
              <a:gd name="adj" fmla="val 1304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 ~/recap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Lab 07 comprobaste UN puerto con netcat (nc -zv).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automatiza eso: muchos puertos, muchos equipos, y además identifica qué hay.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¿quién está en la red? → ¿qué puertos abre? → ¿qué servicio y versión?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perfil es la base de la detección de vulnerabilidades de la próxima sesión.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ético del escaneo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206240"/>
          </a:xfrm>
          <a:prstGeom prst="roundRect">
            <a:avLst>
              <a:gd name="adj" fmla="val 1304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 ~/reglas --scan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Escaneo activo (nmap): SOLO contra tus VMs del segmento aislado.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pasivo: sobre dominios públicos o propios, sin tocar el objetivo.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[!!]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Escanear equipos o redes ajenas sin autorización expresa es ilegal.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[!!]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escaneo deja rastro: en la demo final lo verás reflejado en el SIEM.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de hosts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DISCOVERY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¿Quién está vivo en tu segmento? El barrido -sn no escanea puertos, solo busca equipos.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554480"/>
          </a:xfrm>
          <a:prstGeom prst="rect">
            <a:avLst/>
          </a:prstGeom>
          <a:solidFill>
            <a:srgbClr val="F2F3F5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1091793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-br a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¿en qué red está tu segmento?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nmap -sn 192.168.x.0/24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barrido: hosts vivos (Kali, Metasploitable2, Win7)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3611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Deberías ver tus tres VMs. Identifica cuál IP es cada una. (Lab 09)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puertos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PORTSCAN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los objetivos identificados, mira qué puertos abren. De menos a más: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2011680"/>
          </a:xfrm>
          <a:prstGeom prst="rect">
            <a:avLst/>
          </a:prstGeom>
          <a:solidFill>
            <a:srgbClr val="F2F3F5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10917936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&lt;IP&gt;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los 1000 puertos más comunes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-F &lt;IP&gt;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rápido: los 100 más comunes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-p- &lt;IP&gt;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completo: los 65535 puertos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&lt;IP&gt; -oN out.txt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guardar la salida para comparar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Fíjate en STATE (open/closed/filtered) y SERVICE. (Lab 09)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Fingerprinting: qué hay detrás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FINGERPRINT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basta saber que el puerto 80 está abierto: ¿qué servidor y qué versión responde?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2011680"/>
          </a:xfrm>
          <a:prstGeom prst="rect">
            <a:avLst/>
          </a:prstGeom>
          <a:solidFill>
            <a:srgbClr val="F2F3F5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10917936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&lt;IP&gt;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servicio y VERSIÓN de cada puerto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nmap -O &lt;IP&gt;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detección de sistema operativo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-sC -sV &lt;IP&gt;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scripts por defecto (NSE) + versión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-A &lt;IP&gt;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perfil completo de una vez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La versión exacta es la pista para la detección de vulnerabilidades (S3). (Lab 10)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pasivo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PASSIVE_RECON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 información SIN tocar el objetivo: solo lo que ya es público. Sobre dominios públicos.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554480"/>
          </a:xfrm>
          <a:prstGeom prst="rect">
            <a:avLst/>
          </a:prstGeom>
          <a:solidFill>
            <a:srgbClr val="F2F3F5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1091793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whois duoc.cl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datos públicos de registro del dominio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duoc.cl +short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direcciones IP; 'dig duoc.cl MX' para el correo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3611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Sin intrusión: es información publicada. Conecta con la categoría OSINT del CTF. (Lab 10)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tu escaneo visto desde el lado defensor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BLUE_TEAM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3291840"/>
          </a:xfrm>
          <a:prstGeom prst="roundRect">
            <a:avLst>
              <a:gd name="adj" fmla="val 166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5506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9105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59105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59105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49047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wazuh@siem: ~/alertas (demo)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[alert]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Possible port scan detected from 192.168.x.10 (Kali)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[alert]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connection attempts to closed ports — nmap signature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 </a:t>
            </a:r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mismo escaneo que lanzaste queda registrado como eventos en el SIEM.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9834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B5530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83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DEMO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4983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despliegue y las reglas de Wazuh a fondo son del T3 (Blue Team).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301752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577840" cy="146304"/>
          </a:xfrm>
          <a:prstGeom prst="rect">
            <a:avLst/>
          </a:prstGeom>
          <a:solidFill>
            <a:srgbClr val="0B7D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de hosts y escaneo de puertos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 el segmento, encontrar tus VMs y mapear sus puertos abiertos.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577840" cy="301752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5577840" cy="146304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 de servicios y OSINT pasivo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2918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Servicio, versión y SO de cada objetivo; y OSINT pasivo sobre dominios públicos.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quien baja las guías del repo del track con git clone, o las genera él mismo.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WRAP_UP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 ~/cierre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[plataforma]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 The Box — Starting Point, Tier 0: estilo sin guía, aplicas tú el recon.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[ruta CTF] 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 semana: categorías Web y OSINT, que se apoyan en el recon de hoy.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[próxima]  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— Detección de vulnerabilidades: del perfil del objetivo a priorizar y remediar.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que_encontraste_en_tu_red?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2026-10-17T17:29:46Z</dcterms:created>
  <dcterms:modified xsi:type="dcterms:W3CDTF">2026-10-17T17:29:46Z</dcterms:modified>
</cp:coreProperties>
</file>