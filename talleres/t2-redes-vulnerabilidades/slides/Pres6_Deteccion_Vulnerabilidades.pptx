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de cierre del T2. Preguntar qué versiones llamativas encontraron en el escaneo de la sesión pasada.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Situar la S3 como cierre. El hilo: reconocer → escanear → enumerar → detectar vulnerabilidades.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claro el alcance: llegamos a detectar/priorizar/remediar. La explotación es otro taller. Esto es trabajo defensivo.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Reforzar la línea entre detectar y explotar. El valor defensivo está en cerrar antes de que alguien abuse.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CVE = vulnerabilidad conocida con identificador. searchsploit y NVD son catálogos. Insistir: identificar, no explotar.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un nmap --script vuln en vivo si hay proyector. Cada hallazgo trae su CVE para el siguiente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Priorizar es lo que distingue a un analista: no es la lista de hallazgos, es el orden en que se atienden.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el ciclo: detectar → priorizar → remediar. Preguntar qué remediación propondrían para el hallazgo más grave.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es el cierre integrador del Lab 12. Es lo que entregarían en un trabajo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las guías. El Lab 12 cierra con el informe; dejar tiempo para armarlo y comentarlo.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el taller completo. Agradecer, conectar con el T3 y el Campeonato CTF. Preguntar qué se llevan de las tres sesiones.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68680"/>
            <a:ext cx="10332720" cy="4754880"/>
          </a:xfrm>
          <a:prstGeom prst="roundRect">
            <a:avLst>
              <a:gd name="adj" fmla="val 1154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68680"/>
            <a:ext cx="103327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60704"/>
            <a:ext cx="103327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99669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6" name="Shape 4"/>
          <p:cNvSpPr/>
          <p:nvPr/>
        </p:nvSpPr>
        <p:spPr>
          <a:xfrm>
            <a:off x="1316736" y="99669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7" name="Shape 5"/>
          <p:cNvSpPr/>
          <p:nvPr/>
        </p:nvSpPr>
        <p:spPr>
          <a:xfrm>
            <a:off x="1517904" y="99669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89611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sesion3@citt-varas: ~/track/t2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root@citt-varas:~$ </a:t>
            </a:r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./sesion3.sh --assess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234440" y="3886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2 · Sesión 3 · Reconocimiento de Redes y Detección de Vulnerabilidades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 Duoc UC — Sede Antonio Varas · Taller complementario del Track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assessing_targets_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265176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~/track/t2/info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1: fundamentos de redes. Sesión 2: reconocimiento y escaneo. ✓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cerramos: de conocer los servicios a detectar sus vulnerabilidades.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Detectar, priorizar y remediar — el trabajo del lado defensor.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44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43434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4544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9768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reconocimiento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43434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544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3816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D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vulnerabilidades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perfil a la vulnerabilidad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206240"/>
          </a:xfrm>
          <a:prstGeom prst="roundRect">
            <a:avLst>
              <a:gd name="adj" fmla="val 1304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 ~/recap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S2 sacaste el perfil de cada objetivo: servicio, versión, sistema.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enumerar en detalle, y relacionar cada versión con vulnerabilidades conocidas.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entender el riesgo — NO explotar (eso es el T4).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más importante del lado defensor: priorizar y remediar.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ético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206240"/>
          </a:xfrm>
          <a:prstGeom prst="roundRect">
            <a:avLst>
              <a:gd name="adj" fmla="val 1304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 ~/reglas --assess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10332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contra tu laboratorio aislado, con fines de formación.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Identificar una vulnerabilidad NO es explotarla: hoy detectamos y corregimos.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[&gt;&gt;]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alcance del T2 termina en detectar, priorizar y remediar.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[&gt;&gt;]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explotación es materia del T4 (Técnicas Ofensivas), en su propio marco.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versión al CVE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KNOWN_VULNS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versión puede tener vulnerabilidades públicas documentadas como CVE.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554480"/>
          </a:xfrm>
          <a:prstGeom prst="rect">
            <a:avLst/>
          </a:prstGeom>
          <a:solidFill>
            <a:srgbClr val="F2F3F5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92808"/>
            <a:ext cx="1091793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searchsploit vsftpd 2.3.4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base local de vulnerabilidades conocidas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la base pública: https://nvd.nist.gov  (busca servicio + versión)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3611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El objetivo es IDENTIFICAR el riesgo, no explotarlo. (Lab 12)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vulnerabilidades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VULN_SCAN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trae scripts que comprueban vulnerabilidades conocidas automáticamente.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554480"/>
          </a:xfrm>
          <a:prstGeom prst="rect">
            <a:avLst/>
          </a:prstGeom>
          <a:solidFill>
            <a:srgbClr val="F2F3F5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92808"/>
            <a:ext cx="1091793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--script vuln &lt;IP_Metasploitable2&gt;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vulnerabilidades conocidas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-p 445 --script smb-vuln* &lt;IP_Windows7&gt;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vulnerabilidades SMB del Windows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3611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Revisa lo marcado como VULNERABLE y su CVE. (Lab 12)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CVSS: priorizar por gravedad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PRIORITIZE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todas pesan igual. CVSS le pone una nota de 0 a 10 según impacto y facilidad de abuso.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97480" cy="128016"/>
          </a:xfrm>
          <a:prstGeom prst="rect">
            <a:avLst/>
          </a:prstGeom>
          <a:solidFill>
            <a:srgbClr val="5B6B7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0.1–3.9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828800"/>
            <a:ext cx="2697480" cy="128016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2148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4.0–6.9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37560" y="26517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28800"/>
            <a:ext cx="2697480" cy="128016"/>
          </a:xfrm>
          <a:prstGeom prst="rect">
            <a:avLst/>
          </a:prstGeom>
          <a:solidFill>
            <a:srgbClr val="B5530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148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7.0–8.9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0" y="26517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98280" y="182880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1828800"/>
            <a:ext cx="2697480" cy="128016"/>
          </a:xfrm>
          <a:prstGeom prst="rect">
            <a:avLst/>
          </a:prstGeom>
          <a:solidFill>
            <a:srgbClr val="E5544B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2148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54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9.0–10.0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5488" y="3566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Una crítica accesible desde la red va primero; una baja interna puede esperar. (Lab 12)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265176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~/track/t2/remediar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Actualizar: la mayoría se cierra con la versión corregida del servicio.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Reconfigurar: desactivar FTP anónimo, cerrar comparticiones, exigir credenciales.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exposición: cerrar puertos sin uso, segmentar la red.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" y="4343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Detectar sin corregir no sirve: el entregable es el informe con remediaciones. (Lab 12)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de vulnerabilidades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entregable real de un analista: una página que ordena todo lo encontrado.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3566160"/>
          </a:xfrm>
          <a:prstGeom prst="roundRect">
            <a:avLst>
              <a:gd name="adj" fmla="val 153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7510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91109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191109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191109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181051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informe_vulnerabilidades.md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10332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 analizados (IPs, servicios).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Hallazgos priorizados: vulnerabilidad · CVE · CVSS · prioridad.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Remediación recomendada para cada hallazgo.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 documento cierra el Taller 2.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LABS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301752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577840" cy="146304"/>
          </a:xfrm>
          <a:prstGeom prst="rect">
            <a:avLst/>
          </a:prstGeom>
          <a:solidFill>
            <a:srgbClr val="0B7D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Enumeración de servicios expuestos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detalle de web, SMB y FTP de tus objetivos, y armar el inventario.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577840" cy="301752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5577840" cy="146304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Detección, priorización y remediación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2918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versión al CVE, CVSS para priorizar, remediar y redactar el informe.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quien baja las guías del repo del track con git clone, o las genera él mismo.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Taller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WRAP_UP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 ~/cierre-t2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10332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[hecho]  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Reconociste, escaneaste, enumeraste, detectaste y remediaste.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[sigue]  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— Defensa y Blue Team: detectar estos ataques con un SIEM y responder.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[practica]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Campeonato CTF: el lugar para seguir aplicando todo lo aprendido.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taller_2_completado_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2026-10-25T00:20:21Z</dcterms:created>
  <dcterms:modified xsi:type="dcterms:W3CDTF">2026-10-25T00:20:21Z</dcterms:modified>
</cp:coreProperties>
</file>